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D4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10312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SCHOLARSHIP APPLICATION</a:t>
            </a: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DISBURSEMENT TRACKER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39776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record for every application, the stage it has reached, and how long it has been waiting there.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 2026 Internal Practical Assessment  ·  VAISHNAVI M  ·  Reg 411724205053  ·  PSVPEC  ·  IT  ·  Year III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student cannot be told where their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 has reached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377440"/>
            <a:ext cx="6583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B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Scholarship applications move through a clerk's register, a document check, a section review, and a sanction step - and each stage is recorded on a separate piece of paper or a separate register.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657600"/>
            <a:ext cx="6583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B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result: applications quietly stall at one stage for months, and nobody in the section notices until a student comes and asks.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98080" y="2377440"/>
            <a:ext cx="41148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FD9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2606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affected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0" y="3063240"/>
            <a:ext cx="36576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5B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waiting on money they've already been told they're eligible for
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Scholarship section staff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5B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have no easy way to see what's stuck
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Eligible-but-needy students most of all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5B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the ones least able to keep chasing the office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Scholarship Application and Disbursement Tracker  ·  SIH 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2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2600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simple web tracker that records every scholarship application, shows exactly how long it has been sitting at its current stage, and lets any student's status be answered in one search.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77240" y="2240280"/>
            <a:ext cx="1097280" cy="0"/>
          </a:xfrm>
          <a:prstGeom prst="line">
            <a:avLst/>
          </a:prstGeom>
          <a:noFill/>
          <a:ln w="38100">
            <a:solidFill>
              <a:srgbClr val="2F6F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Scholarship Application and Disbursement Tracker  ·  SIH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2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Register screen - one action, start to finish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669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Clerk fills the form  -&gt;  server validates every field  -&gt;  suggested sanction amount is calculated on the server  -&gt;  saved to SQLite  -&gt;  shown back on screen.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Stack:  HTML/CSS/JS frontend  +  Flask (Python) backend  +  SQLite database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383280"/>
            <a:ext cx="5669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tables: students, scholarship_applications, application_stage_history (keeps every stage change, never overwritten), document_verifications.</a:t>
            </a:r>
            <a:endParaRPr lang="en-US" sz="1300" dirty="0"/>
          </a:p>
        </p:txBody>
      </p:sp>
      <p:pic>
        <p:nvPicPr>
          <p:cNvPr id="7" name="Image 0" descr="/home/claude/scholarship-tracker/docs/screenshots/register_scree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92240" y="1371600"/>
            <a:ext cx="5120640" cy="405993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92240" y="1371600"/>
            <a:ext cx="5120640" cy="4059936"/>
          </a:xfrm>
          <a:prstGeom prst="rect">
            <a:avLst/>
          </a:prstGeom>
          <a:ln w="12700">
            <a:solidFill>
              <a:srgbClr val="DFD9C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92240" y="54864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Screenshot: own working solution (index.html + Flask API)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Scholarship Application and Disbursement Tracker  ·  SIH 2026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2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Listing - what needs attention appears first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669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 are ordered by days spent at the current stage (longest first), with search and stage/type filters, and the result count always shown.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56692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FD9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92608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suggested sanction amount is calculated (server-side)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3429000"/>
          <a:ext cx="5212080" cy="1737360"/>
        </p:xfrm>
        <a:graphic>
          <a:graphicData uri="http://schemas.openxmlformats.org/drawingml/2006/table">
            <a:tbl>
              <a:tblPr/>
              <a:tblGrid>
                <a:gridCol w="2606040"/>
                <a:gridCol w="2606040"/>
              </a:tblGrid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Annual family income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F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Suggested sanction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F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Rs. 1,00,000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F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 of amount requested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F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Rs. 1,00,000 - 2,49,999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F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75% of amount requested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F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&gt;= Rs. 2,50,000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F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50% of amount requested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F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8" name="Image 0" descr="/home/claude/scholarship-tracker/docs/screenshots/listing_scree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92240" y="1371600"/>
            <a:ext cx="5120640" cy="384048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492240" y="1371600"/>
            <a:ext cx="5120640" cy="3840480"/>
          </a:xfrm>
          <a:prstGeom prst="rect">
            <a:avLst/>
          </a:prstGeom>
          <a:ln w="12700">
            <a:solidFill>
              <a:srgbClr val="DFD9C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492240" y="52578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Screenshot: own working solution (list.html)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Scholarship Application and Disbursement Tracker  ·  SIH 2026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2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CLASSIFIER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 photo quality check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 labelled document-photo images (clear / unclear), generated with controlled blur, brightness and noise, split by the underlying document so the same document never appears on both sides.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51460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fine-tune a pretrained MobileNetV2 (ImageNet weights) - only the final classification layer is retrained, not the whole network from scratch.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429000"/>
            <a:ext cx="10789920" cy="2286000"/>
          </a:xfrm>
          <a:prstGeom prst="rect">
            <a:avLst/>
          </a:prstGeom>
          <a:solidFill>
            <a:srgbClr val="FFF7EE"/>
          </a:solidFill>
          <a:ln w="12700">
            <a:solidFill>
              <a:srgbClr val="E9C9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611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5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note on this build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977640"/>
            <a:ext cx="10241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development sandbox used to build this project blocks downloads from download.pytorch.org, so the pretrained ImageNet weights could not be fetched here - the shipped model fell back to random initialisation, and its demo accuracy is low as a result. train.py is written correctly for real transfer learning: running it on a normal machine with internet access downloads the real pretrained weights automatically and needs no code change. Low-confidence predictions are never forced either way - they're left blank for manual review.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Scholarship Application and Disbursement Tracker  ·  SIH 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2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works, and what's left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FD9C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end to end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-&gt; validate -&gt; calculate -&gt; store -&gt; display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4-table schema with a full stage-history table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Classifier pipeline: dataset, source-disjoint split, fine-tuning, confidence threshold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Search, filter, and "stuck longest" ordering on the listing screen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23/23 automated integration tests passing (main flow, every invalid insert, empty/error states)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737360"/>
            <a:ext cx="539496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FD9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5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yet done / next step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237744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2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login / role-based access yet - anyone with the URL can act as clerk or officer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2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Classifier needs a real internet connection at training time to use true pretrained weights (see previous slide)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2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improvement: add authentication so only the right role can advance a stage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Scholarship Application and Disbursement Tracker  ·  SIH 2026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2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D4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3774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3383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source, README, ER diagram, tests, and this presentation are in one public GitHub repository.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VAISHNAVI M  ·  Reg 411724205053  ·  PSVPEC  ·  IT  ·  Year III  ·  SIH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2026-07-25T14:13:27Z</dcterms:created>
  <dcterms:modified xsi:type="dcterms:W3CDTF">2026-07-25T14:13:27Z</dcterms:modified>
</cp:coreProperties>
</file>